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72" r:id="rId13"/>
    <p:sldId id="283" r:id="rId14"/>
    <p:sldId id="284" r:id="rId15"/>
    <p:sldId id="285" r:id="rId16"/>
    <p:sldId id="282" r:id="rId17"/>
    <p:sldId id="290" r:id="rId18"/>
    <p:sldId id="291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947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84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922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814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149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936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535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510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264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3526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1319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8636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8941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5844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2975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521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ADD06-E1E1-46A7-846F-33A7C3250DD7}" type="datetimeFigureOut">
              <a:rPr lang="tr-TR" smtClean="0"/>
              <a:t>25.12.2025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29022E-3E80-43F9-8245-CFB93015E48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180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huseyinvural02@gmail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9ED4D5-7FB1-A327-79C8-DD95A172EA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Continous Integration</a:t>
            </a:r>
          </a:p>
        </p:txBody>
      </p:sp>
    </p:spTree>
    <p:extLst>
      <p:ext uri="{BB962C8B-B14F-4D97-AF65-F5344CB8AC3E}">
        <p14:creationId xmlns:p14="http://schemas.microsoft.com/office/powerpoint/2010/main" val="261671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E677297C-4627-1330-BB0D-D0E7B5AB43EA}"/>
              </a:ext>
            </a:extLst>
          </p:cNvPr>
          <p:cNvSpPr/>
          <p:nvPr/>
        </p:nvSpPr>
        <p:spPr>
          <a:xfrm>
            <a:off x="9075173" y="2674374"/>
            <a:ext cx="2320413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Spring Boot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5BAEEC88-86EC-7867-487C-A94632DFC2AE}"/>
              </a:ext>
            </a:extLst>
          </p:cNvPr>
          <p:cNvSpPr/>
          <p:nvPr/>
        </p:nvSpPr>
        <p:spPr>
          <a:xfrm>
            <a:off x="1691147" y="2674374"/>
            <a:ext cx="2320413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EC2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7581D97-188F-D6F3-E45E-8852D1686176}"/>
              </a:ext>
            </a:extLst>
          </p:cNvPr>
          <p:cNvSpPr txBox="1"/>
          <p:nvPr/>
        </p:nvSpPr>
        <p:spPr>
          <a:xfrm>
            <a:off x="3637935" y="609600"/>
            <a:ext cx="5713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/>
              <a:t>Continuous Integration/Continuous Development</a:t>
            </a:r>
          </a:p>
        </p:txBody>
      </p:sp>
      <p:sp>
        <p:nvSpPr>
          <p:cNvPr id="6" name="Dikdörtgen: Köşeleri Yuvarlatılmış 5">
            <a:extLst>
              <a:ext uri="{FF2B5EF4-FFF2-40B4-BE49-F238E27FC236}">
                <a16:creationId xmlns:a16="http://schemas.microsoft.com/office/drawing/2014/main" id="{6A5ECFEB-FD3F-73B4-C16A-4F0BD56967FB}"/>
              </a:ext>
            </a:extLst>
          </p:cNvPr>
          <p:cNvSpPr/>
          <p:nvPr/>
        </p:nvSpPr>
        <p:spPr>
          <a:xfrm>
            <a:off x="5252662" y="2674374"/>
            <a:ext cx="1435510" cy="914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Github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2B812120-A929-DCAF-D76A-BF315B148B6A}"/>
              </a:ext>
            </a:extLst>
          </p:cNvPr>
          <p:cNvSpPr/>
          <p:nvPr/>
        </p:nvSpPr>
        <p:spPr>
          <a:xfrm>
            <a:off x="7424472" y="2674374"/>
            <a:ext cx="914400" cy="9144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403558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C451-564D-5E69-814A-F74D9562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DC977C-8C79-2525-777D-449B1E98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8DD941-A75B-8857-7118-7A9B60AD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Proje yükleme işlemi bittikten sonra(yeni proje açanlar için) Github’a ekleme kısmına geçiyoruz.</a:t>
            </a:r>
          </a:p>
          <a:p>
            <a:endParaRPr lang="tr-TR"/>
          </a:p>
          <a:p>
            <a:r>
              <a:rPr lang="tr-TR"/>
              <a:t>Github sitesine girip kayıt işlemlerini tamamlayıp daha sonra repository oluşturacaksınız ve sonrasında proje taşınması için aşağıdaki adresten git download edip çalıştıracaksınız</a:t>
            </a:r>
          </a:p>
          <a:p>
            <a:pPr lvl="1"/>
            <a:r>
              <a:rPr lang="tr-TR"/>
              <a:t>https://git-scm.com/install/windows</a:t>
            </a:r>
          </a:p>
          <a:p>
            <a:endParaRPr lang="tr-TR"/>
          </a:p>
          <a:p>
            <a:pPr lvl="1"/>
            <a:r>
              <a:rPr lang="tr-TR"/>
              <a:t>Power shellde git kontrolü</a:t>
            </a:r>
          </a:p>
          <a:p>
            <a:pPr lvl="2"/>
            <a:r>
              <a:rPr lang="tr-TR"/>
              <a:t>git –version (Eğer "</a:t>
            </a:r>
            <a:r>
              <a:rPr lang="de-DE">
                <a:solidFill>
                  <a:srgbClr val="FF0000"/>
                </a:solidFill>
              </a:rPr>
              <a:t>git</a:t>
            </a:r>
            <a:r>
              <a:rPr lang="de-DE"/>
              <a:t> </a:t>
            </a:r>
            <a:r>
              <a:rPr lang="de-DE">
                <a:solidFill>
                  <a:srgbClr val="FF0000"/>
                </a:solidFill>
              </a:rPr>
              <a:t>version 2.52.0.windows.1</a:t>
            </a:r>
            <a:r>
              <a:rPr lang="tr-TR"/>
              <a:t>"</a:t>
            </a:r>
            <a:r>
              <a:rPr lang="tr-TR">
                <a:solidFill>
                  <a:srgbClr val="FF0000"/>
                </a:solidFill>
              </a:rPr>
              <a:t> </a:t>
            </a:r>
            <a:r>
              <a:rPr lang="tr-TR"/>
              <a:t>göremezseniz power Shell’i kapatıp yeniden açın)</a:t>
            </a:r>
          </a:p>
        </p:txBody>
      </p:sp>
    </p:spTree>
    <p:extLst>
      <p:ext uri="{BB962C8B-B14F-4D97-AF65-F5344CB8AC3E}">
        <p14:creationId xmlns:p14="http://schemas.microsoft.com/office/powerpoint/2010/main" val="135114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97B1-2378-4B17-1EE5-B7AEFE14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94663D-D309-9A05-3B30-5C945AA5F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0296AF-C3D0-9DF9-FB83-C7E7E4A9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Daha sonra power Shell’de projenizin bulunduğu dosya yolunu açın</a:t>
            </a:r>
          </a:p>
          <a:p>
            <a:pPr lvl="1"/>
            <a:r>
              <a:rPr lang="en-US"/>
              <a:t>cd C:\Users\vural\Documents\workspace-spring-tools-for-eclipse-4.32.0.RELEASE\eKitapMobil3</a:t>
            </a:r>
          </a:p>
          <a:p>
            <a:pPr lvl="1"/>
            <a:endParaRPr lang="tr-TR"/>
          </a:p>
          <a:p>
            <a:r>
              <a:rPr lang="tr-TR"/>
              <a:t>Daha sonra ilk kayıt için aşağıdaki komutları sırasıyla çalıştırın</a:t>
            </a:r>
          </a:p>
          <a:p>
            <a:pPr lvl="1"/>
            <a:r>
              <a:rPr lang="tr-TR"/>
              <a:t>git init</a:t>
            </a:r>
          </a:p>
          <a:p>
            <a:pPr lvl="1"/>
            <a:r>
              <a:rPr lang="tr-TR"/>
              <a:t>git add . (Not: sondaki nokta ile add arasında bir boşluk olacak)</a:t>
            </a:r>
          </a:p>
          <a:p>
            <a:pPr lvl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1931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5C82-C66B-9FA4-E9C2-19538790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EB12EC-0395-C43A-F839-12DD456A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C1E463-893B-5742-937F-BCD4B66C9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Kullanıcı bilgisi kaydı için aşağıda kendinize göre yazın</a:t>
            </a:r>
          </a:p>
          <a:p>
            <a:pPr lvl="1"/>
            <a:r>
              <a:rPr lang="tr-TR"/>
              <a:t>git config --global user.name "Hüseyin Vural"</a:t>
            </a:r>
          </a:p>
          <a:p>
            <a:pPr lvl="1"/>
            <a:r>
              <a:rPr lang="tr-TR"/>
              <a:t>git config --global user.email </a:t>
            </a:r>
            <a:r>
              <a:rPr lang="tr-TR">
                <a:hlinkClick r:id="rId2"/>
              </a:rPr>
              <a:t>huseyinvural02@gmail.com</a:t>
            </a:r>
            <a:endParaRPr lang="tr-TR"/>
          </a:p>
          <a:p>
            <a:pPr lvl="1"/>
            <a:endParaRPr lang="tr-TR"/>
          </a:p>
          <a:p>
            <a:r>
              <a:rPr lang="tr-TR"/>
              <a:t>Aşağıdaki komut ile bilgisayarımızdaki git uygulamasına projemizi ekliyoruz</a:t>
            </a:r>
          </a:p>
          <a:p>
            <a:pPr lvl="1"/>
            <a:r>
              <a:rPr lang="tr-TR"/>
              <a:t>git commit -m "ekitap" (ekitap yerine başka bir isim yazabilrisiniz)</a:t>
            </a:r>
          </a:p>
          <a:p>
            <a:pPr lvl="1"/>
            <a:endParaRPr lang="tr-TR"/>
          </a:p>
          <a:p>
            <a:r>
              <a:rPr lang="tr-TR"/>
              <a:t>Aşağıdaki kod satırı ile git’e github’a gönderilecek adresi tanıtıyoruz</a:t>
            </a:r>
          </a:p>
          <a:p>
            <a:pPr lvl="1"/>
            <a:r>
              <a:rPr lang="en-US"/>
              <a:t>git remote add origin https://github.com/hvural02/kitapProjesi.git</a:t>
            </a:r>
          </a:p>
          <a:p>
            <a:pPr lvl="1"/>
            <a:endParaRPr lang="tr-TR"/>
          </a:p>
          <a:p>
            <a:pPr lvl="1"/>
            <a:endParaRPr lang="tr-TR"/>
          </a:p>
          <a:p>
            <a:pPr lvl="1"/>
            <a:endParaRPr lang="tr-TR"/>
          </a:p>
          <a:p>
            <a:pPr lvl="1"/>
            <a:endParaRPr lang="tr-TR"/>
          </a:p>
          <a:p>
            <a:pPr lvl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708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086D5-135E-4041-EB13-B91F2B8A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BDDC03-1EA2-7C30-DC65-0108D6C7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5B9747-26B1-4388-DCA1-87037E4F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Aşağıdaki komut ile default olarak </a:t>
            </a:r>
            <a:r>
              <a:rPr lang="tr-TR" b="1"/>
              <a:t>master</a:t>
            </a:r>
            <a:r>
              <a:rPr lang="tr-TR"/>
              <a:t> olan git ismini github ile uyumlu olması için </a:t>
            </a:r>
            <a:r>
              <a:rPr lang="tr-TR" b="1"/>
              <a:t>main</a:t>
            </a:r>
            <a:r>
              <a:rPr lang="tr-TR"/>
              <a:t> yapıyoruz </a:t>
            </a:r>
          </a:p>
          <a:p>
            <a:pPr lvl="1"/>
            <a:r>
              <a:rPr lang="tr-TR"/>
              <a:t>git branch -M main</a:t>
            </a:r>
          </a:p>
          <a:p>
            <a:pPr lvl="1"/>
            <a:endParaRPr lang="tr-TR"/>
          </a:p>
          <a:p>
            <a:r>
              <a:rPr lang="tr-TR"/>
              <a:t>Aşağıdaki komut ile main üzerinden github’a gönderme işlemini başlatıyoruz</a:t>
            </a:r>
          </a:p>
          <a:p>
            <a:pPr lvl="1"/>
            <a:r>
              <a:rPr lang="en-US"/>
              <a:t>git push -u origin main</a:t>
            </a:r>
            <a:endParaRPr lang="tr-TR"/>
          </a:p>
          <a:p>
            <a:pPr lvl="1"/>
            <a:endParaRPr lang="tr-TR"/>
          </a:p>
          <a:p>
            <a:r>
              <a:rPr lang="tr-TR"/>
              <a:t>Bir sonraki slaytta çıkan ekranda sign in with your browser seçeneğini seçiyoruz</a:t>
            </a:r>
          </a:p>
          <a:p>
            <a:pPr lvl="1"/>
            <a:endParaRPr lang="tr-TR"/>
          </a:p>
          <a:p>
            <a:endParaRPr lang="en-US"/>
          </a:p>
          <a:p>
            <a:pPr lvl="1"/>
            <a:endParaRPr lang="tr-TR"/>
          </a:p>
          <a:p>
            <a:pPr lvl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372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B72A-04FF-D76B-76E6-8FFC7CB4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9E798E-9659-4A9E-0ED7-B71A6AB4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A0E0EC9-6BD3-40A5-FDE5-2A049E657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442" y="1727200"/>
            <a:ext cx="7554379" cy="406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1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03A2-750C-5939-1DB7-B9991330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24A5AC-96E2-1CD9-5C72-90B27873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EEF1BC0-824A-14E7-2C3E-21C7B97A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2346960"/>
            <a:ext cx="7685557" cy="4511040"/>
          </a:xfrm>
          <a:prstGeom prst="rect">
            <a:avLst/>
          </a:prstGeom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BD805B62-BD15-57B7-18D1-C93EE484A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pPr lvl="1"/>
            <a:r>
              <a:rPr lang="tr-TR"/>
              <a:t>Yeşil kutucuğu seçiyoruz</a:t>
            </a:r>
          </a:p>
        </p:txBody>
      </p:sp>
    </p:spTree>
    <p:extLst>
      <p:ext uri="{BB962C8B-B14F-4D97-AF65-F5344CB8AC3E}">
        <p14:creationId xmlns:p14="http://schemas.microsoft.com/office/powerpoint/2010/main" val="30156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24A46-5B7C-B07E-DC0B-68F2EE01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E0F1CF-C91A-30BE-8477-D4C1ED1D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E92EC7-C997-8F40-EC54-C0EF11859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Github’da refresh yaparak projenizi görmeniz gerekiyor eğer hata almışsanız (readme kaynaklı) aşağıdaki komutu yazın</a:t>
            </a:r>
          </a:p>
          <a:p>
            <a:pPr lvl="1"/>
            <a:r>
              <a:rPr lang="tr-TR"/>
              <a:t>git push -u origin main --force</a:t>
            </a:r>
          </a:p>
          <a:p>
            <a:pPr lvl="1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2745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66B8-FFEC-5D90-9333-B5F0E5AE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FB3E31-F19F-3210-B936-98746D85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CA283F-6457-AA31-9354-DA7995EED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Daha sonra Github’da actions sekmesini seçip içinden Java with Maven kutucuğundaki Configure butonunu seçiyoruz</a:t>
            </a:r>
          </a:p>
          <a:p>
            <a:pPr lvl="1"/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1775774-3B59-FB1F-B9FD-611F530A2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0" y="2851354"/>
            <a:ext cx="9387840" cy="400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7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7BEA-983E-AD9D-FEA0-45753AF8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F991F1-D119-6E5A-83D7-CB86B40F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6633A3-8F75-9CEA-C696-701DF68F7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8968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Açılan sayfada aşağıdaki kodları bir sonraki slayttaki kodlar ile değiştirin (projenizin java versiyonunu pom.xml dosyasında kontrol edin, 17 ise sonraki slaytta java-version kısmını 17 olarak değiştirin.</a:t>
            </a:r>
          </a:p>
          <a:p>
            <a:pPr lvl="1"/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D1C1010-ED26-0FE0-46E5-739729FC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854959"/>
            <a:ext cx="8717280" cy="38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73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DA290-933E-189F-B44B-FEE7E10D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73BE9F5-E89D-49B7-BF45-CEDA8D6589E0}"/>
              </a:ext>
            </a:extLst>
          </p:cNvPr>
          <p:cNvSpPr txBox="1"/>
          <p:nvPr/>
        </p:nvSpPr>
        <p:spPr>
          <a:xfrm>
            <a:off x="2684206" y="22417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6A2A177-C867-80C5-41FF-2F179FD7ACDE}"/>
              </a:ext>
            </a:extLst>
          </p:cNvPr>
          <p:cNvSpPr txBox="1"/>
          <p:nvPr/>
        </p:nvSpPr>
        <p:spPr>
          <a:xfrm>
            <a:off x="1484671" y="335845"/>
            <a:ext cx="20384106" cy="1560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/>
              <a:t>name: CI - Maven Derleme Süreci</a:t>
            </a:r>
          </a:p>
          <a:p>
            <a:endParaRPr lang="tr-TR"/>
          </a:p>
          <a:p>
            <a:r>
              <a:rPr lang="tr-TR"/>
              <a:t>on:</a:t>
            </a:r>
          </a:p>
          <a:p>
            <a:r>
              <a:rPr lang="tr-TR"/>
              <a:t>  push:</a:t>
            </a:r>
          </a:p>
          <a:p>
            <a:r>
              <a:rPr lang="tr-TR"/>
              <a:t>    branches: [ "main", "dev" ]</a:t>
            </a:r>
          </a:p>
          <a:p>
            <a:r>
              <a:rPr lang="tr-TR"/>
              <a:t>  pull_request:</a:t>
            </a:r>
          </a:p>
          <a:p>
            <a:r>
              <a:rPr lang="tr-TR"/>
              <a:t>    branches: [ "main" ]</a:t>
            </a:r>
          </a:p>
          <a:p>
            <a:endParaRPr lang="tr-TR"/>
          </a:p>
          <a:p>
            <a:r>
              <a:rPr lang="tr-TR"/>
              <a:t>jobs:</a:t>
            </a:r>
          </a:p>
          <a:p>
            <a:r>
              <a:rPr lang="tr-TR"/>
              <a:t>  build:</a:t>
            </a:r>
          </a:p>
          <a:p>
            <a:r>
              <a:rPr lang="tr-TR"/>
              <a:t>    runs-on: ubuntu-latest</a:t>
            </a:r>
          </a:p>
          <a:p>
            <a:endParaRPr lang="tr-TR"/>
          </a:p>
          <a:p>
            <a:r>
              <a:rPr lang="tr-TR"/>
              <a:t>    services:</a:t>
            </a:r>
          </a:p>
          <a:p>
            <a:r>
              <a:rPr lang="tr-TR"/>
              <a:t>      mysql:</a:t>
            </a:r>
          </a:p>
          <a:p>
            <a:r>
              <a:rPr lang="tr-TR"/>
              <a:t>        image: mysql:8.0</a:t>
            </a:r>
          </a:p>
          <a:p>
            <a:r>
              <a:rPr lang="tr-TR"/>
              <a:t>        env:</a:t>
            </a:r>
          </a:p>
          <a:p>
            <a:r>
              <a:rPr lang="tr-TR"/>
              <a:t>          MYSQL_DATABASE: kitapliste</a:t>
            </a:r>
          </a:p>
          <a:p>
            <a:r>
              <a:rPr lang="tr-TR"/>
              <a:t>          MYSQL_ROOT_PASSWORD: 2550</a:t>
            </a:r>
          </a:p>
          <a:p>
            <a:r>
              <a:rPr lang="tr-TR"/>
              <a:t>        ports:</a:t>
            </a:r>
          </a:p>
          <a:p>
            <a:r>
              <a:rPr lang="tr-TR"/>
              <a:t>          - 3306:3306</a:t>
            </a:r>
          </a:p>
          <a:p>
            <a:r>
              <a:rPr lang="tr-TR"/>
              <a:t>        options: &gt;-</a:t>
            </a:r>
          </a:p>
          <a:p>
            <a:r>
              <a:rPr lang="tr-TR"/>
              <a:t>          --health-cmd="mysqladmin ping -h 127.0.0.1 -uroot -p2550"</a:t>
            </a:r>
          </a:p>
          <a:p>
            <a:r>
              <a:rPr lang="tr-TR"/>
              <a:t>          --health-interval=10s</a:t>
            </a:r>
          </a:p>
          <a:p>
            <a:r>
              <a:rPr lang="tr-TR"/>
              <a:t>          --health-timeout=5s</a:t>
            </a:r>
          </a:p>
          <a:p>
            <a:r>
              <a:rPr lang="tr-TR"/>
              <a:t>          --health-retries=10</a:t>
            </a:r>
          </a:p>
          <a:p>
            <a:endParaRPr lang="tr-TR"/>
          </a:p>
          <a:p>
            <a:r>
              <a:rPr lang="tr-TR"/>
              <a:t>    steps:</a:t>
            </a:r>
          </a:p>
          <a:p>
            <a:r>
              <a:rPr lang="tr-TR"/>
              <a:t>      - name: Depoyu Kontrol Et</a:t>
            </a:r>
          </a:p>
          <a:p>
            <a:r>
              <a:rPr lang="tr-TR"/>
              <a:t>        uses: actions/checkout@v4</a:t>
            </a:r>
          </a:p>
          <a:p>
            <a:endParaRPr lang="tr-TR"/>
          </a:p>
          <a:p>
            <a:r>
              <a:rPr lang="tr-TR"/>
              <a:t>      - name: JDK 21 Kurulumu</a:t>
            </a:r>
          </a:p>
          <a:p>
            <a:r>
              <a:rPr lang="tr-TR"/>
              <a:t>        uses: actions/setup-java@v4</a:t>
            </a:r>
          </a:p>
          <a:p>
            <a:r>
              <a:rPr lang="tr-TR"/>
              <a:t>        with:</a:t>
            </a:r>
          </a:p>
          <a:p>
            <a:r>
              <a:rPr lang="tr-TR"/>
              <a:t>          distribution: temurin</a:t>
            </a:r>
          </a:p>
          <a:p>
            <a:r>
              <a:rPr lang="tr-TR"/>
              <a:t>          java-version: '21'</a:t>
            </a:r>
          </a:p>
          <a:p>
            <a:r>
              <a:rPr lang="tr-TR"/>
              <a:t>          cache: maven</a:t>
            </a:r>
          </a:p>
          <a:p>
            <a:endParaRPr lang="tr-TR"/>
          </a:p>
          <a:p>
            <a:r>
              <a:rPr lang="tr-TR"/>
              <a:t>      - name: MySQL hazır olana kadar bekle</a:t>
            </a:r>
          </a:p>
          <a:p>
            <a:r>
              <a:rPr lang="tr-TR"/>
              <a:t>        run: |</a:t>
            </a:r>
          </a:p>
          <a:p>
            <a:r>
              <a:rPr lang="tr-TR"/>
              <a:t>          for i in {1..40}; do</a:t>
            </a:r>
          </a:p>
          <a:p>
            <a:r>
              <a:rPr lang="tr-TR"/>
              <a:t>            if mysqladmin ping -h 127.0.0.1 -uroot -p2550 --silent; then</a:t>
            </a:r>
          </a:p>
          <a:p>
            <a:r>
              <a:rPr lang="tr-TR"/>
              <a:t>              echo "MySQL hazır"</a:t>
            </a:r>
          </a:p>
          <a:p>
            <a:r>
              <a:rPr lang="tr-TR"/>
              <a:t>              break</a:t>
            </a:r>
          </a:p>
          <a:p>
            <a:r>
              <a:rPr lang="tr-TR"/>
              <a:t>            fi</a:t>
            </a:r>
          </a:p>
          <a:p>
            <a:r>
              <a:rPr lang="tr-TR"/>
              <a:t>            echo "MySQL bekleniyor..."</a:t>
            </a:r>
          </a:p>
          <a:p>
            <a:r>
              <a:rPr lang="tr-TR"/>
              <a:t>            sleep 3</a:t>
            </a:r>
          </a:p>
          <a:p>
            <a:r>
              <a:rPr lang="tr-TR"/>
              <a:t>          done</a:t>
            </a:r>
          </a:p>
          <a:p>
            <a:endParaRPr lang="tr-TR"/>
          </a:p>
          <a:p>
            <a:r>
              <a:rPr lang="tr-TR"/>
              <a:t>      - name: Maven Test + Build</a:t>
            </a:r>
          </a:p>
          <a:p>
            <a:r>
              <a:rPr lang="tr-TR"/>
              <a:t>        env:</a:t>
            </a:r>
          </a:p>
          <a:p>
            <a:r>
              <a:rPr lang="tr-TR"/>
              <a:t>          SPRING_DATASOURCE_URL: jdbc:mysql://127.0.0.1:3306/kitapliste?useSSL=false&amp;serverTimezone=UTC&amp;allowPublicKeyRetrieval=true&amp;useUnicode=true&amp;characterEncoding=utf8</a:t>
            </a:r>
          </a:p>
          <a:p>
            <a:r>
              <a:rPr lang="tr-TR"/>
              <a:t>          SPRING_DATASOURCE_USERNAME: root</a:t>
            </a:r>
          </a:p>
          <a:p>
            <a:r>
              <a:rPr lang="tr-TR"/>
              <a:t>          SPRING_DATASOURCE_PASSWORD: 2550</a:t>
            </a:r>
          </a:p>
          <a:p>
            <a:r>
              <a:rPr lang="tr-TR"/>
              <a:t>          SPRING_JPA_HIBERNATE_DDL_AUTO: update</a:t>
            </a:r>
          </a:p>
          <a:p>
            <a:r>
              <a:rPr lang="tr-TR"/>
              <a:t>        run: mvn -B clean verify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258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DA18A-F871-027F-4F9B-1E630D2D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5B5F47-43B0-5126-5E08-6313038F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CDDCA8A-EB96-949F-9604-788B47DE7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8968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Değişikliklerden sonra yeşil renkli Commit changes kutucuğunu seçin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B7D9A67-54B3-5D07-8A36-B0C72234B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02" y="2394551"/>
            <a:ext cx="8911687" cy="43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5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0743D-E362-3F18-621A-28D67EE0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95353A-8375-DC13-8D3B-4BB45C21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30CD4F-AE4F-039A-C290-4C6662D9D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8968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Daha sonra açılan yeni pencerede tekrar commit changes kutucuğunu seçin</a:t>
            </a:r>
          </a:p>
        </p:txBody>
      </p:sp>
    </p:spTree>
    <p:extLst>
      <p:ext uri="{BB962C8B-B14F-4D97-AF65-F5344CB8AC3E}">
        <p14:creationId xmlns:p14="http://schemas.microsoft.com/office/powerpoint/2010/main" val="2755607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61F0-5B92-D5AF-BDD2-990700A0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68FF89-AFC7-229D-0A30-3799ACD4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5639D9-F6FB-D5DE-FE6F-A7D4AA20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8968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Değişikliklerden sonra yeşil tik gördüyseniz projeniz github sunucusunda başarılı derlenmiştir.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DA80CC31-2876-5F6A-C14C-D628E0FF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143"/>
          <a:stretch>
            <a:fillRect/>
          </a:stretch>
        </p:blipFill>
        <p:spPr>
          <a:xfrm>
            <a:off x="3121875" y="2644878"/>
            <a:ext cx="8558848" cy="399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234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3ABB1-E1E2-6255-F6A1-96DCF032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CA1488-53AB-7826-E136-45BC4088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EC2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ECD4722-C23D-F68E-ACD7-839954409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/>
              <a:t>EC2 sunucumuzun ip adresini, ismini ve pem dosyamızın içeriğinin bilgilerini alıyoruz</a:t>
            </a:r>
          </a:p>
          <a:p>
            <a:endParaRPr lang="tr-TR"/>
          </a:p>
          <a:p>
            <a:r>
              <a:rPr lang="tr-TR"/>
              <a:t>EC2_HOST:16.16.67.213 (sunucunuzun ip adresi)</a:t>
            </a:r>
          </a:p>
          <a:p>
            <a:r>
              <a:rPr lang="tr-TR"/>
              <a:t>EC2_USERNAME:ec2_user</a:t>
            </a:r>
          </a:p>
          <a:p>
            <a:r>
              <a:rPr lang="tr-TR"/>
              <a:t>ekitapAnahtarBilgisi.pem: dosyasının içeriği (sizin pem dosyanızın)</a:t>
            </a:r>
          </a:p>
        </p:txBody>
      </p:sp>
    </p:spTree>
    <p:extLst>
      <p:ext uri="{BB962C8B-B14F-4D97-AF65-F5344CB8AC3E}">
        <p14:creationId xmlns:p14="http://schemas.microsoft.com/office/powerpoint/2010/main" val="278162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C94D-5AE7-BA1B-D0E9-8A544552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A8C1B9-3576-D821-C26E-40CA4E65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EC2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507E95-47AB-9D72-3EB1-EA57FC8E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772" y="1686560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EC2_USERNAME:ec2_user</a:t>
            </a:r>
          </a:p>
          <a:p>
            <a:r>
              <a:rPr lang="tr-TR"/>
              <a:t>Sunucu adınızı aşağıdaki @işaretinden önce yazan yerde bulabilirsiniz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21C422B-A28C-AC8C-E1CE-328E6912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5" y="2424493"/>
            <a:ext cx="8996516" cy="48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51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CD26-11A7-B32B-8B2E-1AB444E8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DF2534-1F98-874D-5DF4-6B7D93BE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EC2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5EA980-82EF-E22B-16E5-B60804AB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772" y="1686560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EC2_HOST:16.16.67.213</a:t>
            </a:r>
          </a:p>
          <a:p>
            <a:r>
              <a:rPr lang="tr-TR"/>
              <a:t>Sunucu ip adresinizi aşağıdaki public IP yazan yerde bulabilirsiniz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80C0213-0B13-EDC6-BA4E-19E372202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742" y="2502362"/>
            <a:ext cx="10664722" cy="533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53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FD03-AB3F-2678-0C8F-CA972B99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A60D3E-6EC9-F650-0A7B-798950CE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A147E8-4BAF-DE06-560E-329A57458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772" y="1625600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Github’ta </a:t>
            </a:r>
            <a:r>
              <a:rPr lang="en-US" b="1"/>
              <a:t>Settings &gt; Secrets and variables &gt; Actions</a:t>
            </a:r>
            <a:r>
              <a:rPr lang="en-US"/>
              <a:t> kısmına gi</a:t>
            </a:r>
            <a:r>
              <a:rPr lang="tr-TR"/>
              <a:t>dip New repository secret kutucuğunu seçiyoruz 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B10E0B5-92FC-607E-E2A4-01131EE80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2437361"/>
            <a:ext cx="9599075" cy="442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63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1A2D-CCA8-F39D-A398-0079BCD7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E7CF2F-1AFB-0F21-D8D9-A24335CE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366E1FD-2938-7368-0F79-C344F4B7B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184" y="1264555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Aşağıdakleri sırasıyla name ve secret olarak ekliyorz(her biri için add secret)</a:t>
            </a:r>
          </a:p>
          <a:p>
            <a:r>
              <a:rPr lang="tr-TR"/>
              <a:t>EC2_HOST:16.16.67.213 (sunucunuz ip adresi)</a:t>
            </a:r>
          </a:p>
          <a:p>
            <a:r>
              <a:rPr lang="tr-TR"/>
              <a:t>EC2_USERNAME:Ubuntu</a:t>
            </a:r>
          </a:p>
          <a:p>
            <a:r>
              <a:rPr lang="tr-TR"/>
              <a:t>EC2_SSH_KEY:ekitapAnahtarBilgisi.pem dosyasının içeriği (sizin pem dosyanızın)</a:t>
            </a:r>
          </a:p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06F28A8-C685-A3FE-C165-97B00C97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28" y="3067664"/>
            <a:ext cx="12192000" cy="411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29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466E-B446-B1DC-7C69-6E372CB1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BBB428-0560-9072-C3E1-C58EE021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Github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5BAFD4-3BD1-C22C-CE85-6ABB2DCB8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184" y="1264555"/>
            <a:ext cx="8915400" cy="3777622"/>
          </a:xfrm>
        </p:spPr>
        <p:txBody>
          <a:bodyPr>
            <a:normAutofit/>
          </a:bodyPr>
          <a:lstStyle/>
          <a:p>
            <a:r>
              <a:rPr lang="tr-TR"/>
              <a:t>github/workflows/maven.yml dosyasını açıp tekrardan içeriğini güncelliyoruz</a:t>
            </a:r>
          </a:p>
        </p:txBody>
      </p:sp>
    </p:spTree>
    <p:extLst>
      <p:ext uri="{BB962C8B-B14F-4D97-AF65-F5344CB8AC3E}">
        <p14:creationId xmlns:p14="http://schemas.microsoft.com/office/powerpoint/2010/main" val="4055289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913C-38F1-A421-9258-08BEFF27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60753C0A-AE5F-AAF3-768B-DDFDBBBB8FCC}"/>
              </a:ext>
            </a:extLst>
          </p:cNvPr>
          <p:cNvSpPr txBox="1"/>
          <p:nvPr/>
        </p:nvSpPr>
        <p:spPr>
          <a:xfrm>
            <a:off x="2684206" y="22417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E07E580-5C5F-070A-7DC4-18A59317E6E0}"/>
              </a:ext>
            </a:extLst>
          </p:cNvPr>
          <p:cNvSpPr txBox="1"/>
          <p:nvPr/>
        </p:nvSpPr>
        <p:spPr>
          <a:xfrm>
            <a:off x="1484671" y="335845"/>
            <a:ext cx="11913839" cy="1532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/>
              <a:t>name: CI/CD - Maven Build ve AWS EC2 Deployment</a:t>
            </a:r>
          </a:p>
          <a:p>
            <a:endParaRPr lang="tr-TR"/>
          </a:p>
          <a:p>
            <a:r>
              <a:rPr lang="tr-TR"/>
              <a:t>on:</a:t>
            </a:r>
          </a:p>
          <a:p>
            <a:r>
              <a:rPr lang="tr-TR"/>
              <a:t>  push:</a:t>
            </a:r>
          </a:p>
          <a:p>
            <a:r>
              <a:rPr lang="tr-TR"/>
              <a:t>    branches: [ "main" ]</a:t>
            </a:r>
          </a:p>
          <a:p>
            <a:endParaRPr lang="tr-TR"/>
          </a:p>
          <a:p>
            <a:r>
              <a:rPr lang="tr-TR"/>
              <a:t>jobs:</a:t>
            </a:r>
          </a:p>
          <a:p>
            <a:r>
              <a:rPr lang="tr-TR"/>
              <a:t>  build-and-deploy:</a:t>
            </a:r>
          </a:p>
          <a:p>
            <a:r>
              <a:rPr lang="tr-TR"/>
              <a:t>    runs-on: ubuntu-latest</a:t>
            </a:r>
          </a:p>
          <a:p>
            <a:endParaRPr lang="tr-TR"/>
          </a:p>
          <a:p>
            <a:r>
              <a:rPr lang="tr-TR"/>
              <a:t>    services:</a:t>
            </a:r>
          </a:p>
          <a:p>
            <a:r>
              <a:rPr lang="tr-TR"/>
              <a:t>      mysql:</a:t>
            </a:r>
          </a:p>
          <a:p>
            <a:r>
              <a:rPr lang="tr-TR"/>
              <a:t>        image: mysql:8.0</a:t>
            </a:r>
          </a:p>
          <a:p>
            <a:r>
              <a:rPr lang="tr-TR"/>
              <a:t>        env:</a:t>
            </a:r>
          </a:p>
          <a:p>
            <a:r>
              <a:rPr lang="tr-TR"/>
              <a:t>          MYSQL_DATABASE: kitapliste</a:t>
            </a:r>
          </a:p>
          <a:p>
            <a:r>
              <a:rPr lang="tr-TR"/>
              <a:t>          MYSQL_ROOT_PASSWORD: 2550</a:t>
            </a:r>
          </a:p>
          <a:p>
            <a:r>
              <a:rPr lang="tr-TR"/>
              <a:t>        ports:</a:t>
            </a:r>
          </a:p>
          <a:p>
            <a:r>
              <a:rPr lang="tr-TR"/>
              <a:t>          - 3306:3306</a:t>
            </a:r>
          </a:p>
          <a:p>
            <a:r>
              <a:rPr lang="tr-TR"/>
              <a:t>        options: --health-cmd="mysqladmin ping" --health-interval=10s --health-timeout=5s --health-retries=10</a:t>
            </a:r>
          </a:p>
          <a:p>
            <a:endParaRPr lang="tr-TR"/>
          </a:p>
          <a:p>
            <a:r>
              <a:rPr lang="tr-TR"/>
              <a:t>    steps:</a:t>
            </a:r>
          </a:p>
          <a:p>
            <a:r>
              <a:rPr lang="tr-TR"/>
              <a:t>      - name: Kodu Çek</a:t>
            </a:r>
          </a:p>
          <a:p>
            <a:r>
              <a:rPr lang="tr-TR"/>
              <a:t>        uses: actions/checkout@v4</a:t>
            </a:r>
          </a:p>
          <a:p>
            <a:endParaRPr lang="tr-TR"/>
          </a:p>
          <a:p>
            <a:r>
              <a:rPr lang="tr-TR"/>
              <a:t>      - name: JDK 21 Kurulumu</a:t>
            </a:r>
          </a:p>
          <a:p>
            <a:r>
              <a:rPr lang="tr-TR"/>
              <a:t>        uses: actions/setup-java@v4</a:t>
            </a:r>
          </a:p>
          <a:p>
            <a:r>
              <a:rPr lang="tr-TR"/>
              <a:t>        with:</a:t>
            </a:r>
          </a:p>
          <a:p>
            <a:r>
              <a:rPr lang="tr-TR"/>
              <a:t>          distribution: 'temurin'</a:t>
            </a:r>
          </a:p>
          <a:p>
            <a:r>
              <a:rPr lang="tr-TR"/>
              <a:t>          java-version: '21'</a:t>
            </a:r>
          </a:p>
          <a:p>
            <a:r>
              <a:rPr lang="tr-TR"/>
              <a:t>          cache: maven</a:t>
            </a:r>
          </a:p>
          <a:p>
            <a:endParaRPr lang="tr-TR"/>
          </a:p>
          <a:p>
            <a:r>
              <a:rPr lang="tr-TR"/>
              <a:t>      - name: Maven ile Derle ve Test Et</a:t>
            </a:r>
          </a:p>
          <a:p>
            <a:r>
              <a:rPr lang="tr-TR"/>
              <a:t>        run: mvn -B clean package</a:t>
            </a:r>
          </a:p>
          <a:p>
            <a:endParaRPr lang="tr-TR"/>
          </a:p>
          <a:p>
            <a:r>
              <a:rPr lang="tr-TR"/>
              <a:t>      - name: JAR Dosyasını EC2'ye Gönder</a:t>
            </a:r>
          </a:p>
          <a:p>
            <a:r>
              <a:rPr lang="tr-TR"/>
              <a:t>        uses: appleboy/scp-action@v0.1.7</a:t>
            </a:r>
          </a:p>
          <a:p>
            <a:r>
              <a:rPr lang="tr-TR"/>
              <a:t>        with:</a:t>
            </a:r>
          </a:p>
          <a:p>
            <a:r>
              <a:rPr lang="tr-TR"/>
              <a:t>          host: ${{ secrets.EC2_HOST }}</a:t>
            </a:r>
          </a:p>
          <a:p>
            <a:r>
              <a:rPr lang="tr-TR"/>
              <a:t>          username: ${{ secrets.EC2_USERNAME }}</a:t>
            </a:r>
          </a:p>
          <a:p>
            <a:r>
              <a:rPr lang="tr-TR"/>
              <a:t>          key: ${{ secrets.EC2_SSH_KEY }}</a:t>
            </a:r>
          </a:p>
          <a:p>
            <a:r>
              <a:rPr lang="tr-TR"/>
              <a:t>          source: "target/*.jar"</a:t>
            </a:r>
          </a:p>
          <a:p>
            <a:r>
              <a:rPr lang="tr-TR"/>
              <a:t>          target: "/home/ubuntu/app"</a:t>
            </a:r>
          </a:p>
          <a:p>
            <a:r>
              <a:rPr lang="tr-TR"/>
              <a:t>          strip_components: 1</a:t>
            </a:r>
          </a:p>
          <a:p>
            <a:endParaRPr lang="tr-TR"/>
          </a:p>
          <a:p>
            <a:r>
              <a:rPr lang="tr-TR"/>
              <a:t>      - name: Sunucuda Uygulamayı Başlat</a:t>
            </a:r>
          </a:p>
          <a:p>
            <a:r>
              <a:rPr lang="tr-TR"/>
              <a:t>        uses: appleboy/ssh-action@v1.0.3</a:t>
            </a:r>
          </a:p>
          <a:p>
            <a:r>
              <a:rPr lang="tr-TR"/>
              <a:t>        with:</a:t>
            </a:r>
          </a:p>
          <a:p>
            <a:r>
              <a:rPr lang="tr-TR"/>
              <a:t>          host: ${{ secrets.EC2_HOST }}</a:t>
            </a:r>
          </a:p>
          <a:p>
            <a:r>
              <a:rPr lang="tr-TR"/>
              <a:t>          username: ${{ secrets.EC2_USERNAME }}</a:t>
            </a:r>
          </a:p>
          <a:p>
            <a:r>
              <a:rPr lang="tr-TR"/>
              <a:t>          key: ${{ secrets.EC2_SSH_KEY }}</a:t>
            </a:r>
          </a:p>
          <a:p>
            <a:r>
              <a:rPr lang="tr-TR"/>
              <a:t>          script: |</a:t>
            </a:r>
          </a:p>
          <a:p>
            <a:r>
              <a:rPr lang="tr-TR"/>
              <a:t>            mkdir -p /home/ubuntu/app</a:t>
            </a:r>
          </a:p>
          <a:p>
            <a:r>
              <a:rPr lang="tr-TR"/>
              <a:t>            sudo fuser -k 8095/tcp || true</a:t>
            </a:r>
          </a:p>
          <a:p>
            <a:r>
              <a:rPr lang="tr-TR"/>
              <a:t>            cd /home/ubuntu/app</a:t>
            </a:r>
          </a:p>
          <a:p>
            <a:r>
              <a:rPr lang="tr-TR"/>
              <a:t>            nohup java -jar *.jar &gt; app.log 2&gt;&amp;1 &amp;</a:t>
            </a:r>
          </a:p>
        </p:txBody>
      </p:sp>
    </p:spTree>
    <p:extLst>
      <p:ext uri="{BB962C8B-B14F-4D97-AF65-F5344CB8AC3E}">
        <p14:creationId xmlns:p14="http://schemas.microsoft.com/office/powerpoint/2010/main" val="3882187832"/>
      </p:ext>
    </p:extLst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1236</TotalTime>
  <Words>1151</Words>
  <Application>Microsoft Office PowerPoint</Application>
  <PresentationFormat>Geniş ekran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6" baseType="lpstr">
      <vt:lpstr>Arial</vt:lpstr>
      <vt:lpstr>Century Gothic</vt:lpstr>
      <vt:lpstr>Wingdings 3</vt:lpstr>
      <vt:lpstr>Duman</vt:lpstr>
      <vt:lpstr>Continous Integration</vt:lpstr>
      <vt:lpstr>PowerPoint Sunusu</vt:lpstr>
      <vt:lpstr>Github</vt:lpstr>
      <vt:lpstr>Github</vt:lpstr>
      <vt:lpstr>Github</vt:lpstr>
      <vt:lpstr>Github</vt:lpstr>
      <vt:lpstr>Github</vt:lpstr>
      <vt:lpstr>Github</vt:lpstr>
      <vt:lpstr>Github</vt:lpstr>
      <vt:lpstr>Github</vt:lpstr>
      <vt:lpstr>Github</vt:lpstr>
      <vt:lpstr>PowerPoint Sunusu</vt:lpstr>
      <vt:lpstr>Github</vt:lpstr>
      <vt:lpstr>Github</vt:lpstr>
      <vt:lpstr>Github</vt:lpstr>
      <vt:lpstr>EC2</vt:lpstr>
      <vt:lpstr>EC2</vt:lpstr>
      <vt:lpstr>EC2</vt:lpstr>
      <vt:lpstr>Github</vt:lpstr>
      <vt:lpstr>Github</vt:lpstr>
      <vt:lpstr>Github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Öğr. Üyesi HÜSEYİN VURAL</dc:creator>
  <cp:lastModifiedBy>Dr. Öğr. Üyesi HÜSEYİN VURAL</cp:lastModifiedBy>
  <cp:revision>160</cp:revision>
  <dcterms:created xsi:type="dcterms:W3CDTF">2025-12-22T13:30:13Z</dcterms:created>
  <dcterms:modified xsi:type="dcterms:W3CDTF">2025-12-25T06:57:44Z</dcterms:modified>
</cp:coreProperties>
</file>